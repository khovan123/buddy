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92" y="6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FBD46-C2AA-1442-39C0-50102369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852" y="0"/>
            <a:ext cx="10218295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62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Custom</PresentationFormat>
  <Paragraphs>0</Paragraphs>
  <Slides>16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Nguyễn Quốc Minh</cp:lastModifiedBy>
  <cp:revision>2</cp:revision>
  <dcterms:created xsi:type="dcterms:W3CDTF">2006-08-16T00:00:00Z</dcterms:created>
  <dcterms:modified xsi:type="dcterms:W3CDTF">2026-03-20T04:05:55Z</dcterms:modified>
</cp:coreProperties>
</file>